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14"/>
  </p:notesMasterIdLst>
  <p:sldIdLst>
    <p:sldId id="256" r:id="rId2"/>
    <p:sldId id="264" r:id="rId3"/>
    <p:sldId id="280" r:id="rId4"/>
    <p:sldId id="293" r:id="rId5"/>
    <p:sldId id="296" r:id="rId6"/>
    <p:sldId id="294" r:id="rId7"/>
    <p:sldId id="297" r:id="rId8"/>
    <p:sldId id="298" r:id="rId9"/>
    <p:sldId id="300" r:id="rId10"/>
    <p:sldId id="291" r:id="rId11"/>
    <p:sldId id="299" r:id="rId12"/>
    <p:sldId id="295" r:id="rId13"/>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660"/>
  </p:normalViewPr>
  <p:slideViewPr>
    <p:cSldViewPr>
      <p:cViewPr varScale="1">
        <p:scale>
          <a:sx n="102" d="100"/>
          <a:sy n="102" d="100"/>
        </p:scale>
        <p:origin x="900" y="11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11/25/2025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11/25/2025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11/25/2025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11/25/2025</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11/25/2025</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11/25/2025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normAutofit/>
          </a:bodyPr>
          <a:lstStyle/>
          <a:p>
            <a:pPr>
              <a:defRPr/>
            </a:pPr>
            <a:r>
              <a:rPr lang="en-US" sz="6000" dirty="0">
                <a:solidFill>
                  <a:srgbClr val="7030A0"/>
                </a:solidFill>
              </a:rPr>
              <a:t>Title of the Project</a:t>
            </a:r>
          </a:p>
        </p:txBody>
      </p:sp>
      <p:sp>
        <p:nvSpPr>
          <p:cNvPr id="5" name="Subtitle 4"/>
          <p:cNvSpPr>
            <a:spLocks noGrp="1"/>
          </p:cNvSpPr>
          <p:nvPr>
            <p:ph type="subTitle" idx="1"/>
          </p:nvPr>
        </p:nvSpPr>
        <p:spPr>
          <a:xfrm>
            <a:off x="3695700" y="3973399"/>
            <a:ext cx="4800600" cy="2438400"/>
          </a:xfrm>
        </p:spPr>
        <p:txBody>
          <a:bodyPr rtlCol="0">
            <a:normAutofit/>
          </a:bodyPr>
          <a:lstStyle/>
          <a:p>
            <a:r>
              <a:rPr lang="en-US" sz="2200" b="1" dirty="0">
                <a:solidFill>
                  <a:schemeClr val="tx1"/>
                </a:solidFill>
                <a:latin typeface="Times New Roman" panose="02020603050405020304" pitchFamily="18" charset="0"/>
                <a:cs typeface="Times New Roman" panose="02020603050405020304" pitchFamily="18" charset="0"/>
              </a:rPr>
              <a:t>Md. XXXX</a:t>
            </a:r>
          </a:p>
          <a:p>
            <a:r>
              <a:rPr lang="en-US" sz="2200" b="1" dirty="0">
                <a:solidFill>
                  <a:schemeClr val="tx1"/>
                </a:solidFill>
                <a:latin typeface="Times New Roman" panose="02020603050405020304" pitchFamily="18" charset="0"/>
                <a:cs typeface="Times New Roman" panose="02020603050405020304" pitchFamily="18" charset="0"/>
              </a:rPr>
              <a:t>ID : </a:t>
            </a:r>
            <a:r>
              <a:rPr lang="en-US" sz="2200" dirty="0">
                <a:solidFill>
                  <a:schemeClr val="tx1"/>
                </a:solidFill>
                <a:latin typeface="Times New Roman" panose="02020603050405020304" pitchFamily="18" charset="0"/>
                <a:cs typeface="Times New Roman" panose="02020603050405020304" pitchFamily="18" charset="0"/>
              </a:rPr>
              <a:t>XXX-XX-XXXXX</a:t>
            </a:r>
          </a:p>
          <a:p>
            <a:r>
              <a:rPr lang="en-US" sz="2200" b="1" dirty="0">
                <a:solidFill>
                  <a:schemeClr val="tx1"/>
                </a:solidFill>
                <a:latin typeface="Times New Roman" panose="02020603050405020304" pitchFamily="18" charset="0"/>
                <a:cs typeface="Times New Roman" panose="02020603050405020304" pitchFamily="18" charset="0"/>
              </a:rPr>
              <a:t>Department : </a:t>
            </a:r>
            <a:r>
              <a:rPr lang="en-US" sz="2200" dirty="0">
                <a:solidFill>
                  <a:schemeClr val="tx1"/>
                </a:solidFill>
                <a:latin typeface="Times New Roman" panose="02020603050405020304" pitchFamily="18" charset="0"/>
                <a:cs typeface="Times New Roman" panose="02020603050405020304" pitchFamily="18" charset="0"/>
              </a:rPr>
              <a:t>CSE</a:t>
            </a:r>
          </a:p>
          <a:p>
            <a:r>
              <a:rPr lang="en-US" sz="22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3</a:t>
            </a:fld>
            <a:endParaRPr lang="en-US" dirty="0"/>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IP Address and Network Card Issues.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Server Connectivity With Networking.</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Router Configuration.</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4</a:t>
            </a:fld>
            <a:endParaRPr lang="en-US" dirty="0"/>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5</a:t>
            </a:fld>
            <a:endParaRPr lang="en-US" dirty="0"/>
          </a:p>
        </p:txBody>
      </p:sp>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6</a:t>
            </a:fld>
            <a:endParaRPr lang="en-US" dirty="0"/>
          </a:p>
        </p:txBody>
      </p:sp>
    </p:spTree>
    <p:extLst>
      <p:ext uri="{BB962C8B-B14F-4D97-AF65-F5344CB8AC3E}">
        <p14:creationId xmlns:p14="http://schemas.microsoft.com/office/powerpoint/2010/main" val="825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Model/ER-Diagram/Flowchart/Workflow</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7</a:t>
            </a:fld>
            <a:endParaRPr lang="en-US" dirty="0"/>
          </a:p>
        </p:txBody>
      </p:sp>
    </p:spTree>
    <p:extLst>
      <p:ext uri="{BB962C8B-B14F-4D97-AF65-F5344CB8AC3E}">
        <p14:creationId xmlns:p14="http://schemas.microsoft.com/office/powerpoint/2010/main" val="92564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3" name="Content Placeholder 2">
            <a:extLst>
              <a:ext uri="{FF2B5EF4-FFF2-40B4-BE49-F238E27FC236}">
                <a16:creationId xmlns:a16="http://schemas.microsoft.com/office/drawing/2014/main" id="{42D8CAC6-56B3-0959-F6A7-CDBEEEDC8E0F}"/>
              </a:ext>
            </a:extLst>
          </p:cNvPr>
          <p:cNvSpPr>
            <a:spLocks noGrp="1"/>
          </p:cNvSpPr>
          <p:nvPr>
            <p:ph sz="quarter" idx="13"/>
          </p:nvPr>
        </p:nvSpPr>
        <p:spPr/>
        <p:txBody>
          <a:bodyPr>
            <a:normAutofit/>
          </a:bodyPr>
          <a:lstStyle/>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p:txBody>
          <a:bodyPr/>
          <a:lstStyle/>
          <a:p>
            <a:pPr>
              <a:defRPr/>
            </a:pPr>
            <a:fld id="{4CD333A3-7515-47B8-9EDC-EE0892D9C861}" type="slidenum">
              <a:rPr lang="en-US" smtClean="0"/>
              <a:pPr>
                <a:defRPr/>
              </a:pPr>
              <a:t>8</a:t>
            </a:fld>
            <a:endParaRPr lang="en-US" dirty="0"/>
          </a:p>
        </p:txBody>
      </p:sp>
    </p:spTree>
    <p:extLst>
      <p:ext uri="{BB962C8B-B14F-4D97-AF65-F5344CB8AC3E}">
        <p14:creationId xmlns:p14="http://schemas.microsoft.com/office/powerpoint/2010/main" val="1659567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3" name="Content Placeholder 2">
            <a:extLst>
              <a:ext uri="{FF2B5EF4-FFF2-40B4-BE49-F238E27FC236}">
                <a16:creationId xmlns:a16="http://schemas.microsoft.com/office/drawing/2014/main" id="{DE257007-BE43-8114-9B32-F2E48E856E19}"/>
              </a:ext>
            </a:extLst>
          </p:cNvPr>
          <p:cNvSpPr>
            <a:spLocks noGrp="1"/>
          </p:cNvSpPr>
          <p:nvPr>
            <p:ph sz="quarter" idx="13"/>
          </p:nvPr>
        </p:nvSpPr>
        <p:spPr/>
        <p:txBody>
          <a:bodyPr>
            <a:normAutofit/>
          </a:bodyPr>
          <a:lstStyle/>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p:txBody>
          <a:bodyPr/>
          <a:lstStyle/>
          <a:p>
            <a:pPr>
              <a:defRPr/>
            </a:pPr>
            <a:fld id="{4CD333A3-7515-47B8-9EDC-EE0892D9C861}" type="slidenum">
              <a:rPr lang="en-US" smtClean="0"/>
              <a:pPr>
                <a:defRPr/>
              </a:pPr>
              <a:t>9</a:t>
            </a:fld>
            <a:endParaRPr lang="en-US" dirty="0"/>
          </a:p>
        </p:txBody>
      </p:sp>
    </p:spTree>
    <p:extLst>
      <p:ext uri="{BB962C8B-B14F-4D97-AF65-F5344CB8AC3E}">
        <p14:creationId xmlns:p14="http://schemas.microsoft.com/office/powerpoint/2010/main" val="920274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3" name="Content Placeholder 2"/>
          <p:cNvSpPr>
            <a:spLocks noGrp="1"/>
          </p:cNvSpPr>
          <p:nvPr>
            <p:ph sz="quarter" idx="13"/>
          </p:nvPr>
        </p:nvSpPr>
        <p:spPr>
          <a:xfrm>
            <a:off x="533400" y="1676400"/>
            <a:ext cx="11049000" cy="3962400"/>
          </a:xfrm>
        </p:spPr>
        <p:txBody>
          <a:bodyPr>
            <a:normAutofit/>
          </a:bodyPr>
          <a:lstStyle/>
          <a:p>
            <a:pPr marL="0" indent="0">
              <a:buNone/>
            </a:pPr>
            <a:r>
              <a:rPr lang="en-US" sz="2200" dirty="0">
                <a:solidFill>
                  <a:schemeClr val="tx1"/>
                </a:solidFill>
                <a:latin typeface="Times New Roman" pitchFamily="18" charset="0"/>
                <a:cs typeface="Times New Roman" pitchFamily="18" charset="0"/>
              </a:rPr>
              <a:t>At this point, you should be familiar with some basic networking terminology and be able to understand how different components are able to communicate with each other. This should assist you in understanding other articles and the documentation of your system.</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10</a:t>
            </a:fld>
            <a:endParaRPr lang="en-US" dirty="0"/>
          </a:p>
        </p:txBody>
      </p:sp>
    </p:spTree>
    <p:extLst>
      <p:ext uri="{BB962C8B-B14F-4D97-AF65-F5344CB8AC3E}">
        <p14:creationId xmlns:p14="http://schemas.microsoft.com/office/powerpoint/2010/main" val="2873705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3" name="Content Placeholder 2">
            <a:extLst>
              <a:ext uri="{FF2B5EF4-FFF2-40B4-BE49-F238E27FC236}">
                <a16:creationId xmlns:a16="http://schemas.microsoft.com/office/drawing/2014/main" id="{7540A3B3-C4C8-D937-C000-D8A95AA34084}"/>
              </a:ext>
            </a:extLst>
          </p:cNvPr>
          <p:cNvSpPr>
            <a:spLocks noGrp="1"/>
          </p:cNvSpPr>
          <p:nvPr>
            <p:ph sz="quarter" idx="13"/>
          </p:nvPr>
        </p:nvSpPr>
        <p:spPr>
          <a:xfrm>
            <a:off x="533400" y="1676400"/>
            <a:ext cx="11049000" cy="3962400"/>
          </a:xfrm>
        </p:spPr>
        <p:txBody>
          <a:bodyPr>
            <a:normAutofit/>
          </a:bodyPr>
          <a:lstStyle/>
          <a:p>
            <a:pPr marL="0" indent="0">
              <a:buNone/>
            </a:pPr>
            <a:endParaRPr lang="en-US" sz="2200" dirty="0">
              <a:solidFill>
                <a:schemeClr val="tx1"/>
              </a:solidFill>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p:txBody>
          <a:bodyPr/>
          <a:lstStyle/>
          <a:p>
            <a:pPr>
              <a:defRPr/>
            </a:pPr>
            <a:fld id="{4CD333A3-7515-47B8-9EDC-EE0892D9C861}" type="slidenum">
              <a:rPr lang="en-US" smtClean="0"/>
              <a:pPr>
                <a:defRPr/>
              </a:pPr>
              <a:t>11</a:t>
            </a:fld>
            <a:endParaRPr lang="en-US" dirty="0"/>
          </a:p>
        </p:txBody>
      </p:sp>
    </p:spTree>
    <p:extLst>
      <p:ext uri="{BB962C8B-B14F-4D97-AF65-F5344CB8AC3E}">
        <p14:creationId xmlns:p14="http://schemas.microsoft.com/office/powerpoint/2010/main" val="1905469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12</a:t>
            </a:fld>
            <a:endParaRPr lang="en-US" dirty="0"/>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792</TotalTime>
  <Words>128</Words>
  <Application>Microsoft Office PowerPoint</Application>
  <PresentationFormat>Widescreen</PresentationFormat>
  <Paragraphs>42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New Microsoft PowerPoint Presentation</vt:lpstr>
      <vt:lpstr>Title of the Project</vt:lpstr>
      <vt:lpstr>Outline</vt:lpstr>
      <vt:lpstr>Introduction</vt:lpstr>
      <vt:lpstr>Objective</vt:lpstr>
      <vt:lpstr>Background Study</vt:lpstr>
      <vt:lpstr>Gap Analysis</vt:lpstr>
      <vt:lpstr>Methodology</vt:lpstr>
      <vt:lpstr>Result and Analysis</vt:lpstr>
      <vt:lpstr>Novelty of the Work</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Sazzadur Ahamed</cp:lastModifiedBy>
  <cp:revision>257</cp:revision>
  <dcterms:created xsi:type="dcterms:W3CDTF">2011-07-17T02:56:35Z</dcterms:created>
  <dcterms:modified xsi:type="dcterms:W3CDTF">2025-11-25T07:28:00Z</dcterms:modified>
</cp:coreProperties>
</file>